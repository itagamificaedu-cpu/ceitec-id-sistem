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 nas Escolas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GamificaEdu</c:v>
                  </c:pt>
                  <c:pt idx="1">
                    <c:v>Corretor</c:v>
                  </c:pt>
                  <c:pt idx="2">
                    <c:v>ID System</c:v>
                  </c:pt>
                  <c:pt idx="3">
                    <c:v>ItagGame</c:v>
                  </c:pt>
                  <c:pt idx="4">
                    <c:v>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92</c:v>
                </c:pt>
                <c:pt idx="2">
                  <c:v>78</c:v>
                </c:pt>
                <c:pt idx="3">
                  <c:v>88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25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23A7A">
              <a:alpha val="60000"/>
            </a:srgbClr>
          </a:solidFill>
          <a:ln w="12700">
            <a:solidFill>
              <a:srgbClr val="22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182880"/>
            <a:ext cx="2926080" cy="2926080"/>
          </a:xfrm>
          <a:prstGeom prst="ellipse">
            <a:avLst/>
          </a:prstGeom>
          <a:solidFill>
            <a:srgbClr val="2D4D99">
              <a:alpha val="50000"/>
            </a:srgbClr>
          </a:solidFill>
          <a:ln w="12700">
            <a:solidFill>
              <a:srgbClr val="2D4D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7772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77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EDTECH BRASIL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 Tecnologia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Educacional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 completo de tecnologia para sua escola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gamificação, presença digital, IA e gestão integrada.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FD4"/>
                </a:solidFill>
              </a:rPr>
              <a:t>itagamificaedu@gmail.com  |  gamificaedu.com.br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PROBLEMA QUE AS ESCOLAS ENFRENTAM HOJE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657600"/>
          </a:xfrm>
          <a:prstGeom prst="rect">
            <a:avLst/>
          </a:prstGeom>
          <a:solidFill>
            <a:srgbClr val="FEE2E2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29768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Controle de Presença 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2514600"/>
            <a:ext cx="23957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Chamadas em papel, registros perdidos, erros no lançamento de faltas e pais sem informação em tempo real.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651760" cy="3657600"/>
          </a:xfrm>
          <a:prstGeom prst="rect">
            <a:avLst/>
          </a:prstGeom>
          <a:solidFill>
            <a:srgbClr val="FEF9C3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82696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Provas Corrigidas à Mão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00984" y="2514600"/>
            <a:ext cx="23957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Professores perdem horas corrigindo provas, gerando estatísticas manualmente e sem feedback rápido para os alunos.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896" y="822960"/>
            <a:ext cx="2651760" cy="3657600"/>
          </a:xfrm>
          <a:prstGeom prst="rect">
            <a:avLst/>
          </a:prstGeom>
          <a:solidFill>
            <a:srgbClr val="DCFCE7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25896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😕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35624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Falta de Engajamento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2514600"/>
            <a:ext cx="239572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Alunos desmotivados, sem gamificação, sem reconhecimento de evolução e sem ferramentas modernas de aprendizado.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SOLUÇÃO: ECOSSISTEMA ITA TECNOLOGIA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Uma plataforma integrada que resolve todos os desafios da escola moderna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828800"/>
            <a:ext cx="2377440" cy="1463040"/>
          </a:xfrm>
          <a:prstGeom prst="ellipse">
            <a:avLst/>
          </a:prstGeom>
          <a:solidFill>
            <a:srgbClr val="1B2D5B"/>
          </a:solidFill>
          <a:ln w="12700">
            <a:solidFill>
              <a:srgbClr val="1B2D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828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TECNOLOGIA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377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44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GamificaEdu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Gamificação para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professores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1234440"/>
            <a:ext cx="237744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44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Provas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7647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Correção automática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com QR 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2377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10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Carteirinha digital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 presença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3200400"/>
            <a:ext cx="237744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310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ItagGame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37307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Ranking e XP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para alunos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44348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434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IA Educacional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GamificaEdu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5FE"/>
                </a:solidFill>
              </a:rPr>
              <a:t>Plataforma SaaS para professores com gamificação, IA e gestão de aulas em um só lugar.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SaaS • PythonAnywhere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XP, níveis, streak e conquistas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552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227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Gerador de planos de aula (IA)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8444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557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Gerador de provas automático (IA)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Repositório de materiais didáticos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4281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Ranking entre professores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544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Planos: Gratuito, Educador e Colaborador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548640"/>
            <a:ext cx="44805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548640"/>
            <a:ext cx="164592" cy="12618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Plano Gratuito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R$ 0/mês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1772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Funcionalidades básicas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2011680"/>
            <a:ext cx="44805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2011680"/>
            <a:ext cx="164592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Plano Educador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24231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R$ 19/mês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1772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IA + todos os recursos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3474720"/>
            <a:ext cx="44805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0" y="3474720"/>
            <a:ext cx="164592" cy="1261872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584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Plano Colaborador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38862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D5B"/>
                </a:solidFill>
              </a:rPr>
              <a:t>R$ 39/mês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1772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Tudo + suporte premium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CORRETOR DE PROVAS ONLINE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Corrija provas em segundos, não em horas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Gabarito em JSON — crie a prova em minutos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974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QR Code gerado automaticamente para cada aluno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204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6301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Correção automática por leitura do QR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8745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19842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Estatísticas: média, mediana, desvio padrão, aprovação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6974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0680" y="280720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Exportação do resultado para Excel com 1 clique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4114800" cy="658368"/>
          </a:xfrm>
          <a:prstGeom prst="rect">
            <a:avLst/>
          </a:prstGeom>
          <a:solidFill>
            <a:srgbClr val="1A2F52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5204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36301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Modo Sala: monitore ao vivo as tentativas dos alunos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CEITEC ID SYSTEM — CARTEIRINHA E PRESENÇA DIGITAL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Do papel para o digital: identifique alunos e controle presença com QR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697480" cy="150876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533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7922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Carteirinha Digital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Cada aluno tem carteirinha com foto, QR Code único e dados escolares. Imprimível em PDF.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261872"/>
            <a:ext cx="2697480" cy="150876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3533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64408" y="17922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Scanner de Presença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2103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Câmera lê o QR Code da carteirinha e registra a presença em tempo real, sem papel.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261872"/>
            <a:ext cx="2697480" cy="150876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533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44768" y="17922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WhatsApp Automático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2103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Notificações de falta enviadas automaticamente via WhatsApp para os pais do aluno.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2697480" cy="1508760"/>
          </a:xfrm>
          <a:prstGeom prst="rect">
            <a:avLst/>
          </a:prstGeom>
          <a:solidFill>
            <a:srgbClr val="FAF5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044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" y="3483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Relatórios Completos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Frequência por turma, por aluno ou por período. Gráficos e exportações em tempo real.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53512"/>
            <a:ext cx="2697480" cy="1508760"/>
          </a:xfrm>
          <a:prstGeom prst="rect">
            <a:avLst/>
          </a:prstGeom>
          <a:solidFill>
            <a:srgbClr val="FFF1F2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54680" y="3044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64408" y="3483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Justificativas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Sistema de gestão de justificativas de falta com aprovação e histórico completo.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953512"/>
            <a:ext cx="2697480" cy="1508760"/>
          </a:xfrm>
          <a:prstGeom prst="rect">
            <a:avLst/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044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44768" y="3483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B"/>
                </a:solidFill>
              </a:rPr>
              <a:t>Acesso por Perfil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44768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Admin, Secretaria e Professor têm acessos distintos com autenticação JWT segura.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ITAGAME — GAMIFICAÇÃO PARA ALUNOS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Transforme a sala de aula em um game de evolução real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1572768" cy="1737360"/>
          </a:xfrm>
          <a:prstGeom prst="rect">
            <a:avLst/>
          </a:prstGeom>
          <a:solidFill>
            <a:srgbClr val="1E2A40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813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Aprendiz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C8"/>
                </a:solidFill>
              </a:rPr>
              <a:t>0 XP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1389888"/>
            <a:ext cx="1572768" cy="1737360"/>
          </a:xfrm>
          <a:prstGeom prst="rect">
            <a:avLst/>
          </a:prstGeom>
          <a:solidFill>
            <a:srgbClr val="1E2A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4813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93392" y="199339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Explorador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2377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C8"/>
                </a:solidFill>
              </a:rPr>
              <a:t>200 XP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12464" y="1389888"/>
            <a:ext cx="1572768" cy="1737360"/>
          </a:xfrm>
          <a:prstGeom prst="rect">
            <a:avLst/>
          </a:prstGeom>
          <a:solidFill>
            <a:srgbClr val="1E2A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4813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12464" y="199339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Guerreiro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12464" y="2377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C8"/>
                </a:solidFill>
              </a:rPr>
              <a:t>500 XP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1536" y="1389888"/>
            <a:ext cx="1572768" cy="1737360"/>
          </a:xfrm>
          <a:prstGeom prst="rect">
            <a:avLst/>
          </a:prstGeom>
          <a:solidFill>
            <a:srgbClr val="1E2A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4813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31536" y="199339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Campeão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31536" y="2377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C8"/>
                </a:solidFill>
              </a:rPr>
              <a:t>1000 XP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50608" y="1389888"/>
            <a:ext cx="1572768" cy="1737360"/>
          </a:xfrm>
          <a:prstGeom prst="rect">
            <a:avLst/>
          </a:prstGeom>
          <a:solidFill>
            <a:srgbClr val="1E2A4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4813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50608" y="199339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Lenda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0608" y="23774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C8"/>
                </a:solidFill>
              </a:rPr>
              <a:t>2000 XP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337560"/>
            <a:ext cx="182880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XP por atividade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07792" y="3337560"/>
            <a:ext cx="182880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07792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🏅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907792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Badges e conquistas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92624" y="3337560"/>
            <a:ext cx="182880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92624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992624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Rankings por turma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77456" y="3337560"/>
            <a:ext cx="182880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77456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077456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Streak de participação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 EDUCACIONAL — INTELIGÊNCIA ARTIFICIAL NA SUA ESCOLA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Powered by Claude (Anthropic) + Google Gemini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162763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5B"/>
                </a:solidFill>
              </a:rPr>
              <a:t>Gerador de Planos de Aula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048256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Crie planos de aula completos em segundos, alinhados à BNCC, com objetivos, atividades e avaliação.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115568"/>
            <a:ext cx="2651760" cy="162763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16642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5B"/>
                </a:solidFill>
              </a:rPr>
              <a:t>Criador de Questões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2048256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Gere questões de múltipla escolha, dissertativas e contextualizadas para qualquer disciplina e série.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115568"/>
            <a:ext cx="2651760" cy="162763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81928" y="166420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5B"/>
                </a:solidFill>
              </a:rPr>
              <a:t>Corretor Inteligente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2048256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IA analisa e corrige provas dissertativas, sugere feedback e identifica dificuldades dos alunos.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45920" y="2926080"/>
            <a:ext cx="2651760" cy="162763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4592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55648" y="347472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5B"/>
                </a:solidFill>
              </a:rPr>
              <a:t>Diagnóstico do Aluno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755648" y="385876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Analisa o desempenho individual e aponta pontos fortes, fragilidades e recomendações personalizadas.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2651760" cy="162763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81728" y="347472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5B"/>
                </a:solidFill>
              </a:rPr>
              <a:t>Criador de Conteúdo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81728" y="385876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Produz materiais didáticos, explicações simplificadas, resumos e atividades de fixação.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5B"/>
                </a:solidFill>
              </a:rPr>
              <a:t>RESULTADOS E IMPACTO NA EDUCAÇÃO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2103120"/>
          </a:xfrm>
          <a:prstGeom prst="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</a:rPr>
              <a:t>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Plataformas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756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C8"/>
                </a:solidFill>
              </a:rPr>
              <a:t>Integradas em 1 ecossistema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11680" cy="2103120"/>
          </a:xfrm>
          <a:prstGeom prst="rect">
            <a:avLst/>
          </a:prstGeom>
          <a:solidFill>
            <a:srgbClr val="17255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80%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20756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C8"/>
                </a:solidFill>
              </a:rPr>
              <a:t>No tempo de correção de provas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2011680" cy="2103120"/>
          </a:xfrm>
          <a:prstGeom prst="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26864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18304" y="20756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C8"/>
                </a:solidFill>
              </a:rPr>
              <a:t>Controle de presença sem papel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777240"/>
            <a:ext cx="2011680" cy="2103120"/>
          </a:xfrm>
          <a:prstGeom prst="rect">
            <a:avLst/>
          </a:prstGeom>
          <a:solidFill>
            <a:srgbClr val="1725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</a:rPr>
              <a:t>5x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803136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Engajamento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94576" y="20756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C8"/>
                </a:solidFill>
              </a:rPr>
              <a:t>Maior com gamificação ativa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3063240"/>
          <a:ext cx="8595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PLANOS E PREÇOS — PARA CADA REALIDADE ESCOLAR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69748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822960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INDIVIDUAL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5B"/>
                </a:solidFill>
              </a:rPr>
              <a:t>Plano Professor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R$ 59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/mês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GamificaEdu completo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16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Corretor de provas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638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IA: planos de aula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IA: criador de questões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58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IA: diagnóstico de alunos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22402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 dias grátis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685800"/>
            <a:ext cx="2697480" cy="4251960"/>
          </a:xfrm>
          <a:prstGeom prst="rect">
            <a:avLst/>
          </a:prstGeom>
          <a:solidFill>
            <a:srgbClr val="1B2D5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685800"/>
            <a:ext cx="26974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822960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MELHOR CUSTO-BENEF.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Plano Escola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73552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R$ 299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273552" y="21579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F5"/>
                </a:solidFill>
              </a:rPr>
              <a:t>/mês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64992" y="248716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Tudo do Plano Professor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28346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2816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 System + Carteirinha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318211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593592" y="31638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Scanner de presença QR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35295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3593592" y="35112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WhatsApp automático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64992" y="387705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593592" y="3858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Professores ilimitados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10712" y="4297680"/>
            <a:ext cx="22402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10712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Agendar demonstração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9904" y="685800"/>
            <a:ext cx="269748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9904" y="68580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6638544" y="822960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8544" y="822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GOVERNO / LICITAÇÃO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9632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5B"/>
                </a:solidFill>
              </a:rPr>
              <a:t>Prefeitura / Rede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81344" y="1572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R$ 1,00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181344" y="21579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/aluno/mês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72784" y="248716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Escolas ilimitadas na rede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72784" y="28346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6501384" y="2816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Implantação assistida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72784" y="318211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6501384" y="31638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Treinamento da equipe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72784" y="352958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501384" y="35112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Suporte dedicado 24h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72784" y="387705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6501384" y="38587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da secretaria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18504" y="4297680"/>
            <a:ext cx="2240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318504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Solicitar proposta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COMO FUNCIONA A IMPLANTAÇÃO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Em apenas 4 passos simples sua escola está transformada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67712" y="2286000"/>
            <a:ext cx="45720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2240280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920240" cy="338328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18872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Contratação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7889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Escolha o plano ideal para sua escola ou rede. Acesso imediato à plataforma.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2286000"/>
            <a:ext cx="45720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4416552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1920240" cy="338328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18872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50592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42032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Cadastro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27889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Cadastre professores, alunos e turmas. Importe planilhas já existentes facilmente.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0256" y="2286000"/>
            <a:ext cx="45720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6592824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26864" y="1097280"/>
            <a:ext cx="1920240" cy="338328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85232" y="11887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718304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Capacitação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27889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Treinamento online de 2 horas para toda a equipe. Material de apoio incluso.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03136" y="1097280"/>
            <a:ext cx="1920240" cy="338328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61504" y="118872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03136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94576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D5B"/>
                </a:solidFill>
              </a:rPr>
              <a:t>Uso Pleno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12864" y="2788920"/>
            <a:ext cx="1700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Escola operando com presença digital, gamificação e IA desde o 1º dia.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⏱️  Tempo médio de implantação: 1 semana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223A7A">
              <a:alpha val="50000"/>
            </a:srgbClr>
          </a:solidFill>
          <a:ln w="12700">
            <a:solidFill>
              <a:srgbClr val="22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A1E42">
              <a:alpha val="60000"/>
            </a:srgbClr>
          </a:solidFill>
          <a:ln w="12700">
            <a:solidFill>
              <a:srgbClr val="0A1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transformar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escola?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8F5"/>
                </a:solidFill>
              </a:rPr>
              <a:t>Agende agora uma demonstração gratuita e veja o ITA Tecnologia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8F5"/>
                </a:solidFill>
              </a:rPr>
              <a:t>funcionando na prática com sua equipe.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92608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9260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Agendar demonstração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B8F7"/>
                </a:solidFill>
              </a:rPr>
              <a:t>📧  itagamificaedu@gmail.com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50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B8F7"/>
                </a:solidFill>
              </a:rPr>
              <a:t>🌐  gamificaedu.com.br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398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B8F7"/>
                </a:solidFill>
              </a:rPr>
              <a:t>📱  WhatsApp disponível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FA5"/>
                </a:solidFill>
              </a:rPr>
              <a:t>ITA Tecnologia Educacional — Tecnologia que transforma aprendizado em resultado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 Tecnologia Educacional</dc:title>
  <dc:subject>PptxGenJS Presentation</dc:subject>
  <dc:creator>Genezio</dc:creator>
  <cp:lastModifiedBy>Genezio</cp:lastModifiedBy>
  <cp:revision>1</cp:revision>
  <dcterms:created xsi:type="dcterms:W3CDTF">2026-05-11T10:54:15Z</dcterms:created>
  <dcterms:modified xsi:type="dcterms:W3CDTF">2026-05-11T10:54:15Z</dcterms:modified>
</cp:coreProperties>
</file>